
<file path=[Content_Types].xml><?xml version="1.0" encoding="utf-8"?>
<Types xmlns="http://schemas.openxmlformats.org/package/2006/content-types">
  <Default Extension="avif" ContentType="image/avif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80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av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D9BBBF5-17FC-0A6A-6A0A-6F08215C9D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850" y="777875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Katherine</dc:creator>
  <cp:lastModifiedBy>kathyyta_11@hotmail.com</cp:lastModifiedBy>
  <cp:revision>1</cp:revision>
  <dcterms:created xsi:type="dcterms:W3CDTF">2026-06-28T19:37:52Z</dcterms:created>
  <dcterms:modified xsi:type="dcterms:W3CDTF">2026-06-28T20:36:01Z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2026-06-28T00:00:00Z</vt:filetime>
  </property>
  <property fmtid="{D5CDD505-2E9C-101B-9397-08002B2CF9AE}" pid="3" name="LastSaved">
    <vt:filetime>2026-06-28T00:00:00Z</vt:filetime>
  </property>
  <property fmtid="{D5CDD505-2E9C-101B-9397-08002B2CF9AE}" pid="4" name="Producer">
    <vt:lpwstr>3-Heights(TM) PDF Security Shell 4.8.25.2 (http://www.pdf-tools.com)</vt:lpwstr>
  </property>
</Properties>
</file>